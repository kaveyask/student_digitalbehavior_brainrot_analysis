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29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418320" y="-91440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2F1E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">
            <a:off x="10195560" y="-320040"/>
            <a:ext cx="1920240" cy="1920240"/>
          </a:xfrm>
          <a:prstGeom prst="roundRect">
            <a:avLst>
              <a:gd name="adj" fmla="val 19048"/>
            </a:avLst>
          </a:prstGeom>
          <a:solidFill>
            <a:srgbClr val="3A27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1080000">
            <a:off x="10927080" y="32004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DIGITAL BEHAVIOR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Student Digital Behavior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Brain Rot Index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 •  Academic Risk  •  Wellbeing  •  Digital Addiction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4736592"/>
            <a:ext cx="1051560" cy="82296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data cleaning and exploratory analysis of digital habits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8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students worldwide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236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KAVEYA 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 global dataset of student digital behavior — spanning internet access, social media usage, online learning, and short-form video consumption — to understand how digital habits relate to academic performance, wellbeing, and financial risk. The dataset was cleaned, transformed, and explored entirely in 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
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records analyzed across countries and development levels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99632" y="191109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99632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82512" y="2093976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0" y="1801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Digital Habits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0" y="21122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time spent on social media, learning, video, and entertainment 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2898648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99632" y="311810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99632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82512" y="3300984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30083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Brain Rot Risk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0" y="33192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Brain Rot Index and classify students into Low / Medium / High bands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4105656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99632" y="43251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99632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82512" y="4507992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4215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Academic Outcomes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usage patterns to motivation, attendance, and productivity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5312664"/>
            <a:ext cx="56235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99632" y="55321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99632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82512" y="57150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0" y="5422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Financial &amp; Wellbeing Risk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58000" y="57332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digital spending, addiction scores, and exposure risks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 increasingly compete for students' attention worldwide — often at the cost of sleep, study time, and mental wellbeing. Without structured analysis, schools, parents, and platforms lack a clear, data-backed picture of how digital exposure translates into real academic and psychological risk.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Raw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blanks in brain-rot classification and standardize derived fields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11880" y="3520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'Brain Rot Index'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4754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usage intensity into Low / Medium / High behavioral bands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3520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Habits to Outcomes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screen time to attention span, sleep, stress, and productivity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32461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281160" y="3520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811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4160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Financial &amp; Safety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4754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digital spending, addiction, and exposure patterns worth monitoring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10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captured per student record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169164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51960" y="1810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519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countries and development levels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69164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1ED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26680" y="1810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SQL-Native Pipeline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26680" y="2331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LOAD DATA INFILE, cleaned &amp; modeled in MySQL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 GROUPS: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3666744"/>
            <a:ext cx="91440" cy="9144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51560" y="3438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438144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development_level, age, gender, urban_rural, family_income_level, device_access, internet_access_hours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33088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" y="4416552"/>
            <a:ext cx="91440" cy="91440"/>
          </a:xfrm>
          <a:prstGeom prst="ellipse">
            <a:avLst/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5156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Usage Behavior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187952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social_media_hours, short_video_hours, online_learning_hours, sessions_per_day, late_night_usage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82896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91440" cy="9144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Wellbeing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493776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academic_motivation, attention_span_minutes, study_hours_per_week, stress_level, sleep_hours, productivity_score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632704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2960" y="5916168"/>
            <a:ext cx="91440" cy="91440"/>
          </a:xfrm>
          <a:prstGeom prst="ellipse">
            <a:avLst/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51560" y="5687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5687568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brain_rot_index, digital_addiction_score, adult_content_exposure, digital_spending_per_month, financial_risk_score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23500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student_id records — none found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310896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every column programmatically for NULL / blank values using dynamic 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386791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7764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6,262 blank entries in brain_rot_level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46268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97280" y="45354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brain_rot_level from brain_rot_index using CASE thresholds (Low / Medium / High)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5385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52943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remaining NULLs, blanks, or whitespace-only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73368" y="235000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400" y="22585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digital_addiction_level (Low / Moderate / High) from digital_addiction_score bands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73368" y="31729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29400" y="308152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session length constant for group_concat operations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73368" y="399592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29400" y="390448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column-wise NULL audit using information_schema metadata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73368" y="481888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29400" y="472744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window functions (DENSE_RANK) to rank countries by Brain Rot Index within each development level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73368" y="56418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29400" y="555040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CTEs to structure multi-step aggregation for ranking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Features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20208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Aggregates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53128" y="20208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5312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Logic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56448" y="20208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5644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173736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44368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9808" y="32278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980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94436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(DENSE_RANK)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51960" y="2944368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53128" y="32278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5312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SQL (PREPARE/EXECUTE)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2944368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56448" y="32278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5644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94436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Subqueries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151376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9808" y="44348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9808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15137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 Metadata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51960" y="4151376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53128" y="44348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453128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415137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 (TRIM, CONCAT)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955280" y="4151376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156448" y="44348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156448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415137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/ UPDATE Table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358384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49808" y="56418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49808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535838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GROUP_CONCAT Aggregation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251960" y="5358384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453128" y="56418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453128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74920" y="535838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955280" y="5358384"/>
            <a:ext cx="35204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156448" y="564184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156448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8240" y="535838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INFILE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Framework — 15 Guiding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set of business questions guided the exploration, grouped into four analytical themes.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18541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Usage Patterns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24505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by country, gender, age &amp; income; time spent across activities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11109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330098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Rot Index &amp; Digital Behavior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00200" y="3566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social media &amp; short-video habits relate to the Brain Rot Index and its levels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11109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44165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Wellbeing Impact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4681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brain rot level, motivation, and digital addiction vs. productivity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111099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4DFF5"/>
            </a:solidFill>
            <a:prstDash val="solid"/>
          </a:ln>
          <a:effectLst>
            <a:outerShdw blurRad="127000" dist="38100" dir="5400000" algn="bl" rotWithShape="0">
              <a:srgbClr val="B7AD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5532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6B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431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Risk Exposure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00200" y="57972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spending by income level and exposure to adult content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Student Digital Behavior Analysis  •  SQL Data Analytics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1188720" y="438912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2F1E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720000">
            <a:off x="10881360" y="-1188720"/>
            <a:ext cx="2377440" cy="2377440"/>
          </a:xfrm>
          <a:prstGeom prst="roundRect">
            <a:avLst>
              <a:gd name="adj" fmla="val 15385"/>
            </a:avLst>
          </a:prstGeom>
          <a:solidFill>
            <a:srgbClr val="3A27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Digital Behavior Data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Student Wellbeing Action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SQL-driven analysis transformed raw, uneven survey data into a clean, structured view of how students engage with digital platforms worldwide. The resulting Brain Rot Index, addiction bands, and cross-cutting insights on academics, wellbeing, and spending give schools and policymakers a concrete, evidence-based starting point for intervention — from targeted screen-time guidance to income-aware digital literacy programs.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5513832"/>
            <a:ext cx="1051560" cy="82296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8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KAVEYA 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F29E9E3AE78C43B98BE2F3D73F4B5D" ma:contentTypeVersion="4" ma:contentTypeDescription="Create a new document." ma:contentTypeScope="" ma:versionID="45e75b51ba201055feedbcafb3cd541b">
  <xsd:schema xmlns:xsd="http://www.w3.org/2001/XMLSchema" xmlns:xs="http://www.w3.org/2001/XMLSchema" xmlns:p="http://schemas.microsoft.com/office/2006/metadata/properties" xmlns:ns3="81e2c059-5ad8-4337-830a-6d5b1ad75743" targetNamespace="http://schemas.microsoft.com/office/2006/metadata/properties" ma:root="true" ma:fieldsID="fbe9c1a7ff3afa8c1876ca374c752951" ns3:_="">
    <xsd:import namespace="81e2c059-5ad8-4337-830a-6d5b1ad7574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2c059-5ad8-4337-830a-6d5b1ad7574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7F7496-4699-4077-8DBF-6A2553725C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e2c059-5ad8-4337-830a-6d5b1ad757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673C1E-D2AA-4289-B65D-95A7B0CB69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083961-AF5B-4127-ABBA-CDBD26854EC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931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S0010019</cp:lastModifiedBy>
  <cp:revision>2</cp:revision>
  <dcterms:created xsi:type="dcterms:W3CDTF">2026-09-12T05:21:32Z</dcterms:created>
  <dcterms:modified xsi:type="dcterms:W3CDTF">2026-09-12T05:31:14Z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0x010100D0F29E9E3AE78C43B98BE2F3D73F4B5D</vt:lpwstr>
  </property>
</Properties>
</file>